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SemiBold"/>
      <p:regular r:id="rId201315"/>
    </p:embeddedFont>
    <p:embeddedFont>
      <p:font typeface="Arim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0767" y="1801316"/>
            <a:ext cx="63498" cy="2170311"/>
          </a:xfrm>
          <a:prstGeom prst="rect">
            <a:avLst/>
          </a:prstGeom>
          <a:solidFill>
            <a:srgbClr val="C0102F"/>
          </a:solidFill>
          <a:ln/>
        </p:spPr>
      </p:sp>
      <p:sp>
        <p:nvSpPr>
          <p:cNvPr id="3" name="Text 1"/>
          <p:cNvSpPr/>
          <p:nvPr/>
        </p:nvSpPr>
        <p:spPr>
          <a:xfrm>
            <a:off x="1638259" y="1826716"/>
            <a:ext cx="5742836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b="1" spc="-20" kern="1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AI Career Prediction System with Integrated Job Portal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638259" y="3673177"/>
            <a:ext cx="574283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BCA Project Defence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0767" y="4327227"/>
            <a:ext cx="6060328" cy="55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Anjali Shrestha · Bishal Rajbanshi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BCA · Xavier International College · Tribhuvan University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0767" y="5465564"/>
            <a:ext cx="6568315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Supervisor: Ankit Nepal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82774"/>
            <a:ext cx="12191695" cy="6350"/>
          </a:xfrm>
          <a:prstGeom prst="rect">
            <a:avLst/>
          </a:prstGeom>
          <a:solidFill>
            <a:srgbClr val="D5DAE0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3556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76" kern="100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7987" y="557510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b="1" spc="-14" kern="100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Many students aren't sure which career fits them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7987" y="1317724"/>
            <a:ext cx="5435464" cy="2363688"/>
          </a:xfrm>
          <a:prstGeom prst="rect">
            <a:avLst/>
          </a:prstGeom>
          <a:solidFill>
            <a:srgbClr val="D4E3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975" y="1825724"/>
            <a:ext cx="412740" cy="412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975" y="2365474"/>
            <a:ext cx="441948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Having skills doesn't mean you know which career to pick.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48244" y="1317724"/>
            <a:ext cx="5435464" cy="2363688"/>
          </a:xfrm>
          <a:prstGeom prst="rect">
            <a:avLst/>
          </a:prstGeom>
          <a:solidFill>
            <a:srgbClr val="D4E3F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231" y="1825724"/>
            <a:ext cx="412740" cy="412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56231" y="2365474"/>
            <a:ext cx="441948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It's hard to tell which skills you still need.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07987" y="3986213"/>
            <a:ext cx="5435464" cy="2363788"/>
          </a:xfrm>
          <a:prstGeom prst="rect">
            <a:avLst/>
          </a:prstGeom>
          <a:solidFill>
            <a:srgbClr val="D4E3F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75" y="4494212"/>
            <a:ext cx="412740" cy="412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15975" y="5033963"/>
            <a:ext cx="441948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Employers lose hours going through resumes by hand.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248244" y="3986213"/>
            <a:ext cx="5435464" cy="2363788"/>
          </a:xfrm>
          <a:prstGeom prst="rect">
            <a:avLst/>
          </a:prstGeom>
          <a:solidFill>
            <a:srgbClr val="D4E3F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231" y="4494212"/>
            <a:ext cx="412740" cy="412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56231" y="5033963"/>
            <a:ext cx="441948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Career advice and job hunting happen in different places.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507987" y="6555085"/>
            <a:ext cx="3379405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Career Prediction System with Integrated Job Portal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76" kern="100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709910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b="1" spc="-14" kern="100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One place to go from advice to a job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289149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3076674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7987" y="3307854"/>
            <a:ext cx="2450939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507987" y="3425924"/>
            <a:ext cx="245103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Upload your resume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16215" y="3076674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16215" y="3307854"/>
            <a:ext cx="2450939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3416215" y="3425924"/>
            <a:ext cx="245103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We check your skills and career fit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24442" y="3076674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4442" y="3307854"/>
            <a:ext cx="2450939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6324442" y="3425924"/>
            <a:ext cx="245103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See your skill gaps and get job picks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32669" y="3076674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32669" y="3307854"/>
            <a:ext cx="2450939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232669" y="3425924"/>
            <a:ext cx="245103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Apply and follow your progress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7987" y="4029174"/>
            <a:ext cx="2980159" cy="593725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6582" y="4206974"/>
            <a:ext cx="252297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Employer workflow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88146" y="4029174"/>
            <a:ext cx="8195561" cy="593725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3716741" y="4206974"/>
            <a:ext cx="796696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Employers post jobs, get applications, and see candidates ranked for them.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987" y="6555085"/>
            <a:ext cx="3379405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Career Prediction System with Integrated Job Portal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452687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76" kern="100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SYSTEM CAPABILITY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2654598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b="1" spc="-14" kern="100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Your resume becomes a clear next 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87" y="3192562"/>
            <a:ext cx="11175720" cy="1212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Reads the text in PDF resumes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Spots the skills you already have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Suggests a career that suits you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Scores your resume and how well you match a job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Suggests skills, courses, jobs, and interview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87" y="6555085"/>
            <a:ext cx="3379405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Career Prediction System with Integrated Job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76" kern="100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END-TO-END PIPELINE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709910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b="1" spc="-14" kern="100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From resume to career suggestion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289149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1476474"/>
            <a:ext cx="3572778" cy="885825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1705074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6582" y="1927324"/>
            <a:ext cx="311558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Read the resume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5557" y="1476474"/>
            <a:ext cx="3420481" cy="885825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9" name="Text 7"/>
          <p:cNvSpPr/>
          <p:nvPr/>
        </p:nvSpPr>
        <p:spPr>
          <a:xfrm>
            <a:off x="4614152" y="1705074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4152" y="1927324"/>
            <a:ext cx="296329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Find your skills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10831" y="1476474"/>
            <a:ext cx="3572877" cy="885825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8339425" y="1705074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39425" y="1927324"/>
            <a:ext cx="311568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Predict a career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987" y="2667099"/>
            <a:ext cx="3572778" cy="885825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6582" y="2895699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6582" y="3117949"/>
            <a:ext cx="311558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Spot missing skills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5557" y="2667099"/>
            <a:ext cx="3420481" cy="885825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4614152" y="2895699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4152" y="3117949"/>
            <a:ext cx="296329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Match to jobs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10831" y="2667099"/>
            <a:ext cx="3572877" cy="885825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425" y="2895699"/>
            <a:ext cx="701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39425" y="3117949"/>
            <a:ext cx="311568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Apply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987" y="3679924"/>
            <a:ext cx="11175720" cy="51941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987" y="3679924"/>
            <a:ext cx="50799" cy="519410"/>
          </a:xfrm>
          <a:prstGeom prst="rect">
            <a:avLst/>
          </a:prstGeom>
          <a:solidFill>
            <a:srgbClr val="C0102F"/>
          </a:solidFill>
          <a:ln/>
        </p:spPr>
      </p:sp>
      <p:sp>
        <p:nvSpPr>
          <p:cNvPr id="25" name="Text 23"/>
          <p:cNvSpPr/>
          <p:nvPr/>
        </p:nvSpPr>
        <p:spPr>
          <a:xfrm>
            <a:off x="787380" y="3832324"/>
            <a:ext cx="1089632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For example: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Python + SQL + Machine Learning → Data Scientist → missing Deep Learning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987" y="6555085"/>
            <a:ext cx="3379405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Career Prediction System with Integrated Job Portal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56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76" kern="100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AI METHODS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557510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b="1" spc="-14" kern="100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Each task uses the AI method that suits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139230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1326555"/>
            <a:ext cx="3521979" cy="5074245"/>
          </a:xfrm>
          <a:prstGeom prst="roundRect">
            <a:avLst>
              <a:gd name="adj" fmla="val 325"/>
            </a:avLst>
          </a:prstGeom>
          <a:noFill/>
          <a:ln w="19050">
            <a:solidFill>
              <a:srgbClr val="BAC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631" y="3489722"/>
            <a:ext cx="30266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Resume processing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5631" y="3869134"/>
            <a:ext cx="998612" cy="31651"/>
          </a:xfrm>
          <a:prstGeom prst="roundRect">
            <a:avLst>
              <a:gd name="adj" fmla="val 49998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755631" y="4023122"/>
            <a:ext cx="327433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Poppler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spaCy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a skill database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759" y="1326555"/>
            <a:ext cx="3522078" cy="5074245"/>
          </a:xfrm>
          <a:prstGeom prst="roundRect">
            <a:avLst>
              <a:gd name="adj" fmla="val 325"/>
            </a:avLst>
          </a:prstGeom>
          <a:noFill/>
          <a:ln w="19050">
            <a:solidFill>
              <a:srgbClr val="BAC9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2403" y="3382367"/>
            <a:ext cx="30267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Career prediction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82403" y="3761780"/>
            <a:ext cx="998810" cy="31651"/>
          </a:xfrm>
          <a:prstGeom prst="roundRect">
            <a:avLst>
              <a:gd name="adj" fmla="val 49998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82403" y="3915767"/>
            <a:ext cx="302679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TF-IDF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Logistic Regression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rule-based matching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61629" y="1326555"/>
            <a:ext cx="3522078" cy="5074245"/>
          </a:xfrm>
          <a:prstGeom prst="roundRect">
            <a:avLst>
              <a:gd name="adj" fmla="val 325"/>
            </a:avLst>
          </a:prstGeom>
          <a:noFill/>
          <a:ln w="19050">
            <a:solidFill>
              <a:srgbClr val="BAC9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9273" y="3489722"/>
            <a:ext cx="30267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Job matching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09273" y="3869134"/>
            <a:ext cx="998810" cy="31651"/>
          </a:xfrm>
          <a:prstGeom prst="roundRect">
            <a:avLst>
              <a:gd name="adj" fmla="val 49998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8409273" y="4023122"/>
            <a:ext cx="327443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TF-IDF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cosine similarity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987" y="6555085"/>
            <a:ext cx="3379405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Career Prediction System with Integrated Job Portal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5600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b="1" spc="-14" kern="100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Three separate parts keep things easy to manage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7987" y="934839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</p:sp>
      <p:sp>
        <p:nvSpPr>
          <p:cNvPr id="4" name="Shape 2"/>
          <p:cNvSpPr/>
          <p:nvPr/>
        </p:nvSpPr>
        <p:spPr>
          <a:xfrm>
            <a:off x="507987" y="2392462"/>
            <a:ext cx="3521979" cy="15722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36582" y="2621062"/>
            <a:ext cx="361445" cy="288925"/>
          </a:xfrm>
          <a:prstGeom prst="roundRect">
            <a:avLst>
              <a:gd name="adj" fmla="val 17142"/>
            </a:avLst>
          </a:prstGeom>
          <a:solidFill>
            <a:srgbClr val="0B1F3A"/>
          </a:solidFill>
          <a:ln w="6350">
            <a:solidFill>
              <a:srgbClr val="BAC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5479" y="2682974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6582" y="2967137"/>
            <a:ext cx="30647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React + Vite + Tailwind CSS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6582" y="3306862"/>
            <a:ext cx="329338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React builds what users see and click.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759" y="2392462"/>
            <a:ext cx="3522078" cy="15722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63353" y="2621062"/>
            <a:ext cx="361445" cy="288925"/>
          </a:xfrm>
          <a:prstGeom prst="roundRect">
            <a:avLst>
              <a:gd name="adj" fmla="val 17142"/>
            </a:avLst>
          </a:prstGeom>
          <a:solidFill>
            <a:srgbClr val="0B1F3A"/>
          </a:solidFill>
          <a:ln w="6350">
            <a:solidFill>
              <a:srgbClr val="BAC9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2251" y="2682974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63353" y="2967137"/>
            <a:ext cx="30648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Laravel + PHP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3353" y="3306862"/>
            <a:ext cx="306489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Laravel handles users, files, workflows, and the database.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61629" y="2392462"/>
            <a:ext cx="3522078" cy="15722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0224" y="2621062"/>
            <a:ext cx="361445" cy="288925"/>
          </a:xfrm>
          <a:prstGeom prst="roundRect">
            <a:avLst>
              <a:gd name="adj" fmla="val 17142"/>
            </a:avLst>
          </a:prstGeom>
          <a:solidFill>
            <a:srgbClr val="0B1F3A"/>
          </a:solidFill>
          <a:ln w="6350">
            <a:solidFill>
              <a:srgbClr val="BAC9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9121" y="2682974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0224" y="2967137"/>
            <a:ext cx="30648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FastAPI AI service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0224" y="3306862"/>
            <a:ext cx="306489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FastAPI runs the Python AI and machine-learning code.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7987" y="4269482"/>
            <a:ext cx="5435464" cy="7340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6582" y="4421882"/>
            <a:ext cx="4978275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Data layer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SQLite stores the app's data.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48244" y="4269482"/>
            <a:ext cx="5435464" cy="7340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76838" y="4421882"/>
            <a:ext cx="4978275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B2F3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Authentication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JWT keeps logins secure.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987" y="6555085"/>
            <a:ext cx="3379405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Career Prediction System with Integrated Job Portal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56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76" kern="100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USER WORKFLOW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557510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b="1" spc="-14" kern="100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Three kinds of users, one shared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139230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1574205"/>
            <a:ext cx="3521979" cy="4826595"/>
          </a:xfrm>
          <a:prstGeom prst="roundRect">
            <a:avLst>
              <a:gd name="adj" fmla="val 325"/>
            </a:avLst>
          </a:prstGeom>
          <a:solidFill>
            <a:srgbClr val="D4E3F7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2050455"/>
            <a:ext cx="30647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Job seeker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6582" y="2390180"/>
            <a:ext cx="306479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Check resumes, see skill gaps, then search, save, and apply for jobs.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759" y="1574205"/>
            <a:ext cx="3522078" cy="4826595"/>
          </a:xfrm>
          <a:prstGeom prst="roundRect">
            <a:avLst>
              <a:gd name="adj" fmla="val 325"/>
            </a:avLst>
          </a:prstGeom>
          <a:solidFill>
            <a:srgbClr val="D4E3F7"/>
          </a:solidFill>
          <a:ln/>
        </p:spPr>
      </p:sp>
      <p:sp>
        <p:nvSpPr>
          <p:cNvPr id="9" name="Text 7"/>
          <p:cNvSpPr/>
          <p:nvPr/>
        </p:nvSpPr>
        <p:spPr>
          <a:xfrm>
            <a:off x="4563353" y="2050455"/>
            <a:ext cx="30648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Employer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63353" y="2390180"/>
            <a:ext cx="306489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Set up a company profile, post jobs, and review applicants.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61629" y="1574205"/>
            <a:ext cx="3522078" cy="4826595"/>
          </a:xfrm>
          <a:prstGeom prst="roundRect">
            <a:avLst>
              <a:gd name="adj" fmla="val 325"/>
            </a:avLst>
          </a:prstGeom>
          <a:solidFill>
            <a:srgbClr val="D4E3F7"/>
          </a:solidFill>
          <a:ln/>
        </p:spPr>
      </p:sp>
      <p:sp>
        <p:nvSpPr>
          <p:cNvPr id="12" name="Text 10"/>
          <p:cNvSpPr/>
          <p:nvPr/>
        </p:nvSpPr>
        <p:spPr>
          <a:xfrm>
            <a:off x="8390224" y="2050455"/>
            <a:ext cx="30648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90224" y="2390180"/>
            <a:ext cx="306489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Approve employers and jobs, manage users, and keep listings clean.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987" y="6555085"/>
            <a:ext cx="3379405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Career Prediction System with Integrated Job Portal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21333" y="1326555"/>
            <a:ext cx="495288" cy="495300"/>
          </a:xfrm>
          <a:prstGeom prst="ellipse">
            <a:avLst/>
          </a:prstGeom>
          <a:solidFill>
            <a:srgbClr val="0B1F3A"/>
          </a:solidFill>
          <a:ln w="6350">
            <a:solidFill>
              <a:srgbClr val="BAC9DD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1505" y="1456730"/>
            <a:ext cx="234944" cy="2349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848104" y="1326555"/>
            <a:ext cx="495288" cy="495300"/>
          </a:xfrm>
          <a:prstGeom prst="ellipse">
            <a:avLst/>
          </a:prstGeom>
          <a:solidFill>
            <a:srgbClr val="0B1F3A"/>
          </a:solidFill>
          <a:ln w="6350">
            <a:solidFill>
              <a:srgbClr val="BAC9DD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276" y="1456730"/>
            <a:ext cx="234944" cy="23495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674975" y="1326555"/>
            <a:ext cx="495288" cy="495300"/>
          </a:xfrm>
          <a:prstGeom prst="ellipse">
            <a:avLst/>
          </a:prstGeom>
          <a:solidFill>
            <a:srgbClr val="0B1F3A"/>
          </a:solidFill>
          <a:ln w="6350">
            <a:solidFill>
              <a:srgbClr val="BAC9D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147" y="1456730"/>
            <a:ext cx="234944" cy="234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5600"/>
            <a:ext cx="11683708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76" kern="100" dirty="0">
                <a:solidFill>
                  <a:srgbClr val="5B6573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RANKING LOGIC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7987" y="557510"/>
            <a:ext cx="1117572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b="1" spc="-14" kern="100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Applicants are ranked mostly on skill 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136749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D5DAE0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1324074"/>
            <a:ext cx="11175720" cy="131048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1552674"/>
            <a:ext cx="10566136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b="1" spc="-32" kern="1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70% skill match + 30% resume–job similarity + career-match bonus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58434" y="3091755"/>
            <a:ext cx="361445" cy="288925"/>
          </a:xfrm>
          <a:prstGeom prst="roundRect">
            <a:avLst>
              <a:gd name="adj" fmla="val 17142"/>
            </a:avLst>
          </a:prstGeom>
          <a:solidFill>
            <a:srgbClr val="0B1F3A"/>
          </a:solidFill>
          <a:ln w="6350">
            <a:solidFill>
              <a:srgbClr val="BAC9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7332" y="3153668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84975" y="3109218"/>
            <a:ext cx="319873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Compare the applicant's skills with the job's requirements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8434" y="3890268"/>
            <a:ext cx="361445" cy="288925"/>
          </a:xfrm>
          <a:prstGeom prst="roundRect">
            <a:avLst>
              <a:gd name="adj" fmla="val 17142"/>
            </a:avLst>
          </a:prstGeom>
          <a:solidFill>
            <a:srgbClr val="0B1F3A"/>
          </a:solidFill>
          <a:ln w="6350">
            <a:solidFill>
              <a:srgbClr val="BAC9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7332" y="3952180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84975" y="3907730"/>
            <a:ext cx="319873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Compare the resume with the job description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8434" y="4688780"/>
            <a:ext cx="361445" cy="288925"/>
          </a:xfrm>
          <a:prstGeom prst="roundRect">
            <a:avLst>
              <a:gd name="adj" fmla="val 17142"/>
            </a:avLst>
          </a:prstGeom>
          <a:solidFill>
            <a:srgbClr val="0B1F3A"/>
          </a:solidFill>
          <a:ln w="6350">
            <a:solidFill>
              <a:srgbClr val="BAC9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7332" y="4750693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84975" y="4706243"/>
            <a:ext cx="319873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Check if the predicted career matches the job title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58434" y="5487293"/>
            <a:ext cx="361445" cy="288925"/>
          </a:xfrm>
          <a:prstGeom prst="roundRect">
            <a:avLst>
              <a:gd name="adj" fmla="val 17142"/>
            </a:avLst>
          </a:prstGeom>
          <a:solidFill>
            <a:srgbClr val="0B1F3A"/>
          </a:solidFill>
          <a:ln w="6350">
            <a:solidFill>
              <a:srgbClr val="BAC9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7332" y="5549205"/>
            <a:ext cx="793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 SemiBold" pitchFamily="34" charset="0"/>
                <a:ea typeface="Arimo SemiBold" pitchFamily="34" charset="-122"/>
                <a:cs typeface="Arimo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84975" y="5504755"/>
            <a:ext cx="319873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Work out the score and rank applicants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58434" y="3731518"/>
            <a:ext cx="3725273" cy="12700"/>
          </a:xfrm>
          <a:prstGeom prst="rect">
            <a:avLst/>
          </a:prstGeom>
          <a:solidFill>
            <a:srgbClr val="D5DAE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8434" y="4530030"/>
            <a:ext cx="3725273" cy="12700"/>
          </a:xfrm>
          <a:prstGeom prst="rect">
            <a:avLst/>
          </a:prstGeom>
          <a:solidFill>
            <a:srgbClr val="D5DAE0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8434" y="5328543"/>
            <a:ext cx="3725273" cy="12700"/>
          </a:xfrm>
          <a:prstGeom prst="rect">
            <a:avLst/>
          </a:prstGeom>
          <a:solidFill>
            <a:srgbClr val="D5DAE0"/>
          </a:solidFill>
          <a:ln/>
        </p:spPr>
      </p:sp>
      <p:sp>
        <p:nvSpPr>
          <p:cNvPr id="22" name="Text 20"/>
          <p:cNvSpPr/>
          <p:nvPr/>
        </p:nvSpPr>
        <p:spPr>
          <a:xfrm>
            <a:off x="507987" y="6555085"/>
            <a:ext cx="3379405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Career Prediction System with Integrated Job Portal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20209" y="6555085"/>
            <a:ext cx="57148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F3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968" y="2015827"/>
            <a:ext cx="5958731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76" kern="1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269968" y="2217738"/>
            <a:ext cx="5450743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600" b="1" spc="-18" kern="1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We tested the core features and they 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69968" y="3521075"/>
            <a:ext cx="545074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Resume analysis and career prediction work as expected.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69968" y="4038600"/>
            <a:ext cx="545074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It recognizes 120+ skills and 25 career categories.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9968" y="4556125"/>
            <a:ext cx="545074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Job matching, applications, employer approval, and ranking all work.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9968" y="5311775"/>
            <a:ext cx="545074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It passed both unit and system testing.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85788" y="660400"/>
            <a:ext cx="3743926" cy="5537200"/>
          </a:xfrm>
          <a:prstGeom prst="rect">
            <a:avLst/>
          </a:prstGeom>
          <a:noFill/>
          <a:ln w="6350">
            <a:solidFill>
              <a:srgbClr val="5B65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5788" y="5046464"/>
            <a:ext cx="3743926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spc="76" kern="1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SUPPORTED COVERAGE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20732" y="5248374"/>
            <a:ext cx="327403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3200" b="1" spc="-32" kern="1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120+ skills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685788" y="5814715"/>
            <a:ext cx="374392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25 career categories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69968" y="3892550"/>
            <a:ext cx="5450743" cy="1270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69968" y="4410075"/>
            <a:ext cx="5450743" cy="1270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69968" y="5165725"/>
            <a:ext cx="5450743" cy="12700"/>
          </a:xfrm>
          <a:prstGeom prst="rect">
            <a:avLst/>
          </a:prstGeom>
          <a:solidFill>
            <a:srgbClr val="9AA3A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2026-10-06T12:28:08Z</dcterms:created>
  <dcterms:modified xsi:type="dcterms:W3CDTF">2026-10-06T12:28:08Z</dcterms:modified>
</cp:coreProperties>
</file>